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CATALOGUE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Bank Holdings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Catalogue &amp; Governance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Auto-Profiling · PII Classification · Data Lineage · Business Glossary · Quality Observatory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tables | 225 columns | 103K+ records | 17 glossary terms | 98.6% quality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Iyer  |  Founder, Simultaneous  |  Built with Claude Opus 4.6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Horizon Bank Holdings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Data Catalogue?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data infrastructure and business understanding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Auto-profile every table and column: data types, null rates, cardinality, distributions, min/max, statistical patterns.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Classification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PII, SPII, Confidential, and Public columns. 23 PII columns identified across 225 total.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774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7614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dependency graph: Source Systems → Bronze → MDM → Gold. Every table knows its upstream and downstream.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77440"/>
            <a:ext cx="54864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7614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business terms with definitions, domain owners, data stewards, and column mappings across all tables.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Observatory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 avg quality across 6 dimensions: completeness, accuracy, consistency, timeliness, uniqueness, validity.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5760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refresh frequency, SLA, auto-tags for every table. Regulatory-grade audit trail for financial services.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Horizon Bank Holdings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Auto-profiling engine reads every CSV, generates rich metadata JSON, powers React UI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2004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457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CSV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103K+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Bronze/Silver/MDM/Gold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2011680" cy="320040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20116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16459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auto-profiler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stats + PII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+ Glossary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2011680" cy="320040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97280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6459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maps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468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2011680" cy="32004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097280"/>
            <a:ext cx="20116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UI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64592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5-tab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lineage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Horizon Bank Holdings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Catalogue 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Browser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all 15 tables. See layer, row count, quality score, PII distribution, owner, and refresh cadence at a glance.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83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table: column-level schema, data types, PII tags, null rates, cardinality, uniqueness, distributions, and glossary links.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SVG dependency graph. Source → Bronze → MDM → Gold → Downstream. Hover to highlight paths.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3756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searchable business terms with definitions, domain owners, stewards, and cross-references to tables where each term appears.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1480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Observatory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 avg quality. Heatmap of all 15 tables. Radar chart across 6 quality dimensions. PII column distribution.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Horizon Bank Holdings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by the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600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Profiled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1005840"/>
            <a:ext cx="16002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005840"/>
            <a:ext cx="16002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103K+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05840"/>
            <a:ext cx="1600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Terms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1005840"/>
            <a:ext cx="16002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097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2376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Catalogue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This Catalogue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3 people, check Confluence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in &lt;2 seconds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PII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audit (weeks)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Auto-classified at 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lineage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Tribal knowledge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dependency 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terms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across wikis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Searchable glossary, 17 terms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Spot-check manually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 scored, 34 DQ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new analyst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productive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Horizon Bank Holdings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5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YOU CAN TRUST.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Catalogue That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Itself.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tables. 225 columns. 17 glossary terms. Every column profiled.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classified. Lineage mapped. Quality scored. All automated.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CSVs to governance-ready catalogue — in minutes.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Iyer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Simultaneous  |  paddy.iyer@gmail.com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 |  Horizon Bank Holdings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Paddy Iyer</dc:creator>
  <cp:lastModifiedBy>Paddy Iyer</cp:lastModifiedBy>
  <cp:revision>1</cp:revision>
  <dcterms:created xsi:type="dcterms:W3CDTF">2026-02-11T05:51:34Z</dcterms:created>
  <dcterms:modified xsi:type="dcterms:W3CDTF">2026-02-11T05:51:34Z</dcterms:modified>
</cp:coreProperties>
</file>